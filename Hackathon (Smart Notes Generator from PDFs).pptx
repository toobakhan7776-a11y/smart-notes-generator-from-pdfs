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92F6-8EF6-53D2-0475-B55CC8CC8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3D22C-93F5-62A7-4011-B34308208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8C0E8-0A4A-12CB-68BF-ED21C186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5B33-9BE5-6BDB-B9E0-D7F3D16C0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2D7F3-F748-86DF-ADF3-361D1128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99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CEC87-A198-1759-DC7C-C7F2D22D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2CE7A-7D1E-630C-10BB-3A7997FAC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EB15A-5712-2628-533C-A226D8369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DA186-386B-C0E4-7F76-770DE90A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72E0E-7FE1-76D7-F035-2DD51241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7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F3E5-5BF1-2F94-3076-692E50EED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7090E-177D-0DD2-8C19-FC2E1B0BC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ECB05-D924-A4E2-210B-4E308CE8B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27540-CA01-8E79-E879-B4541F47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D1CCC-2223-C25B-6340-1172CAFBA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27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9DB0-FB43-D515-9C97-E3C837DC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50CED-D777-FD36-C006-8E73FB25A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33ED8-9DC8-FBEB-378D-AF0708D75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F359E-6AB2-6C6E-3BD2-B3FA012B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5911D-B914-1758-93CC-526D9E32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7A28C-9C72-6EC1-114E-AB6A3BD6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7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DCA1-1258-9E6E-D06D-458F066B7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464AC-03CF-B3A6-0CF5-CE166E399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F2727-88ED-5C76-CFC2-9CC348300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54731-E412-257F-F74D-5797B9570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17D78-872C-7FF1-C4E7-2572F9CB5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63FB0-CAA3-B21E-C51C-2476DD47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1F97F3-00B4-55B7-91B5-E754CE518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3DE8A-45A7-B2F8-4D4D-C8848BEE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6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4FE1-6D98-F994-C140-566589685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CE2D3-DAC4-618B-0C74-0E78C2B26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82210-0313-0628-1034-AD2BE9C5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91490-DF16-2C78-01BE-94E43016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5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86420-05BA-142D-70CC-EEB9301A4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5578E2-F6BC-20BA-90C3-30B6E1D3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61DD8-4256-94AD-8AE3-4E79D25B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0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7E93B-2058-18EC-70D3-CD60FE85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A6B6B-C92B-1E22-2659-24B2D01FD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CBD3C-684B-776C-15AF-7039FBB1E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C8A8F-A858-7D09-46E3-71A30DE5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FF2DE-054F-C11F-F4E5-B5DF68BE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954E1-5BF0-9E1C-E328-3605698F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0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42AC-4DE2-B402-4DC6-236310D9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F35889-E19D-FA3C-A3CB-8A45ED07F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CF76B-97F6-E681-92B6-BDE8F80BB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F5A20-CB2A-75D1-E739-3510599C5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9EA92-55EA-2001-DDA1-F8638DD79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EA1D3-B737-40D1-A247-7687A0EB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28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2A2B-59B9-E9B4-26E6-379D8AC3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5E46A-EA6C-10C3-3E51-6279A91E7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D74A0-E6BD-5BBA-B619-F48D4276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39809-F534-782F-16DB-F9364B40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B022B-CA89-0AA8-33F5-D3F3A9C0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0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63165D-CB4F-A224-4C55-4DB282FB8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ED3B2-11D0-2E58-F5C5-CC37DE67C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894CC-500F-D8B5-8C37-B3A541925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A0D23-4E16-9F48-E139-FC950CAA2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1E381-D165-FDE8-1B55-E9CFF467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6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D263B-92C3-9F49-A7F4-96A78809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6CDD1-4DCB-64F1-AD0B-DD1B8EA64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E3A99-5B81-513A-8EC7-C99DCDDA4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C7503C-43E9-EE45-8376-A63A789A440C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060A9-9339-F212-0C91-7AFFCB734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EB9DF-F8BD-0DA1-6EEC-1B820B8A5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36F67-C029-1640-9D42-39D17FD1D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4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822A-6B03-C7C3-0000-0FA53A857B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Smart Notes Generator from PDFs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FE92A-26B1-52BC-1CAF-DA433DC53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8403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Subtitle: </a:t>
            </a:r>
            <a:r>
              <a:rPr lang="en-US" dirty="0"/>
              <a:t>Automatically Summarize and Generate Notes from PDF Documents</a:t>
            </a:r>
          </a:p>
          <a:p>
            <a:r>
              <a:rPr lang="en-US" b="1" dirty="0"/>
              <a:t>Team Leader:   </a:t>
            </a:r>
            <a:r>
              <a:rPr lang="en-US" dirty="0"/>
              <a:t>Tooba Khan </a:t>
            </a:r>
          </a:p>
          <a:p>
            <a:r>
              <a:rPr lang="en-US" b="1" dirty="0"/>
              <a:t>Membrane:  </a:t>
            </a:r>
            <a:r>
              <a:rPr lang="en-US" dirty="0"/>
              <a:t>Warda</a:t>
            </a:r>
            <a:r>
              <a:rPr lang="en-US" b="1" dirty="0"/>
              <a:t> </a:t>
            </a:r>
            <a:r>
              <a:rPr lang="en-US" dirty="0"/>
              <a:t>Haroon</a:t>
            </a:r>
          </a:p>
          <a:p>
            <a:r>
              <a:rPr lang="en-US" dirty="0"/>
              <a:t>                              Amna Rasheed</a:t>
            </a:r>
          </a:p>
          <a:p>
            <a:r>
              <a:rPr lang="en-US" dirty="0"/>
              <a:t>                         Nafeesa Bibi</a:t>
            </a:r>
          </a:p>
          <a:p>
            <a:r>
              <a:rPr lang="en-US" dirty="0"/>
              <a:t>                                Tanzeela Sultan </a:t>
            </a:r>
          </a:p>
          <a:p>
            <a:r>
              <a:rPr lang="en-US" dirty="0"/>
              <a:t>                          Saba Sultan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2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A916-E284-42A0-5578-FA7EF142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846B3-22EC-0387-9F67-37BDC110C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Problem: </a:t>
            </a:r>
            <a:r>
              <a:rPr lang="en-US" dirty="0"/>
              <a:t>Reading and summarizing PDFs is time-consuming.
</a:t>
            </a:r>
            <a:r>
              <a:rPr lang="en-US" b="1" dirty="0"/>
              <a:t>Solution:</a:t>
            </a:r>
            <a:r>
              <a:rPr lang="en-US" dirty="0"/>
              <a:t> A tool that generates smart notes automatically from PDFs.
</a:t>
            </a:r>
            <a:r>
              <a:rPr lang="en-US" b="1" dirty="0"/>
              <a:t>Benefits:</a:t>
            </a:r>
            <a:r>
              <a:rPr lang="en-US" dirty="0"/>
              <a:t> Saves time, improves learning, and organizes information efficiently.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</a:t>
            </a:r>
          </a:p>
          <a:p>
            <a:r>
              <a:rPr lang="en-US" dirty="0"/>
              <a:t>Extract key information from PDF documents.
Summarize content in a concise way.
Create easy-to-read notes for study or reference.</a:t>
            </a:r>
          </a:p>
        </p:txBody>
      </p:sp>
    </p:spTree>
    <p:extLst>
      <p:ext uri="{BB962C8B-B14F-4D97-AF65-F5344CB8AC3E}">
        <p14:creationId xmlns:p14="http://schemas.microsoft.com/office/powerpoint/2010/main" val="128418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94A6-BBEA-C26D-ECE7-76EAA8F01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68526-F754-BC64-66C8-7899C1A5E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Upload PDF files easily.
Generate summaries automatically.
Highlight key points and keywords.
Export notes in text or PDF format.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Technology Used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Python Programming Language
Libraries: PyPDF2 / pdfplumber (PDF reading), NLTK / spaCy (NLP), OpenAI API (optional for summarization)
Web Framework: Streamlit / Flask for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165355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F6C96-69EA-6749-9BC9-9C7EFA3D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 /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1A4B2-4489-863D-0083-B09B02F5E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062882" cy="40612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  <a:r>
              <a:rPr lang="en-US" dirty="0"/>
              <a:t> Upload PDF →
</a:t>
            </a:r>
            <a:r>
              <a:rPr lang="en-US" b="1" dirty="0"/>
              <a:t>Step 2:</a:t>
            </a:r>
            <a:r>
              <a:rPr lang="en-US" dirty="0"/>
              <a:t> Extract text →
</a:t>
            </a:r>
            <a:r>
              <a:rPr lang="en-US" b="1" dirty="0"/>
              <a:t>Step 3:</a:t>
            </a:r>
            <a:r>
              <a:rPr lang="en-US" dirty="0"/>
              <a:t> Process &amp; Summarize →
</a:t>
            </a:r>
            <a:r>
              <a:rPr lang="en-US" b="1" dirty="0"/>
              <a:t>Step 4:</a:t>
            </a:r>
            <a:r>
              <a:rPr lang="en-US" dirty="0"/>
              <a:t> Generate Smart Notes →
</a:t>
            </a:r>
            <a:r>
              <a:rPr lang="en-US" b="1" dirty="0"/>
              <a:t>Step 5:</a:t>
            </a:r>
            <a:r>
              <a:rPr lang="en-US" dirty="0"/>
              <a:t> Download / Save Notes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Demo / Screenshots</a:t>
            </a:r>
          </a:p>
          <a:p>
            <a:r>
              <a:rPr lang="en-US" dirty="0"/>
              <a:t>Upload screen 
Summarization screen 
Generated notes output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CC3AEBC-FFEE-3850-3C29-F75FD6B0B191}"/>
              </a:ext>
            </a:extLst>
          </p:cNvPr>
          <p:cNvSpPr txBox="1">
            <a:spLocks/>
          </p:cNvSpPr>
          <p:nvPr/>
        </p:nvSpPr>
        <p:spPr>
          <a:xfrm>
            <a:off x="1470212" y="1027953"/>
            <a:ext cx="9883588" cy="662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237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B7E10-102E-D625-1A86-43B66C9C4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75BDC-73B0-7F52-C918-B04F524F4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b="1" dirty="0"/>
              <a:t>Students:</a:t>
            </a:r>
            <a:r>
              <a:rPr lang="en-US" dirty="0"/>
              <a:t> Quick study notes </a:t>
            </a:r>
          </a:p>
          <a:p>
            <a:r>
              <a:rPr lang="en-US" b="1" dirty="0"/>
              <a:t>Professionals:</a:t>
            </a:r>
            <a:r>
              <a:rPr lang="en-US" dirty="0"/>
              <a:t> Meeting notes, reports </a:t>
            </a:r>
          </a:p>
          <a:p>
            <a:r>
              <a:rPr lang="en-US" b="1" dirty="0"/>
              <a:t>Researchers:</a:t>
            </a:r>
            <a:r>
              <a:rPr lang="en-US" dirty="0"/>
              <a:t> Summarizing research papers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Future Enhancements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Support multiple languages </a:t>
            </a:r>
          </a:p>
          <a:p>
            <a:pPr marL="0" indent="0">
              <a:buNone/>
            </a:pPr>
            <a:r>
              <a:rPr lang="en-US" dirty="0"/>
              <a:t>Add voice notes generation </a:t>
            </a:r>
          </a:p>
          <a:p>
            <a:pPr marL="0" indent="0">
              <a:buNone/>
            </a:pPr>
            <a:r>
              <a:rPr lang="en-US" dirty="0"/>
              <a:t>Integrate with cloud storage </a:t>
            </a:r>
          </a:p>
          <a:p>
            <a:pPr marL="0" indent="0">
              <a:buNone/>
            </a:pPr>
            <a:r>
              <a:rPr lang="en-US" dirty="0"/>
              <a:t>Improve AI summarization for complex PDFs</a:t>
            </a:r>
          </a:p>
        </p:txBody>
      </p:sp>
    </p:spTree>
    <p:extLst>
      <p:ext uri="{BB962C8B-B14F-4D97-AF65-F5344CB8AC3E}">
        <p14:creationId xmlns:p14="http://schemas.microsoft.com/office/powerpoint/2010/main" val="2247238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B229-2E9B-B933-473C-0035FCE60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CA54F-B492-4F95-8589-5C217CD68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Smart Notes Generator simplifies reading PDFs.</a:t>
            </a:r>
          </a:p>
          <a:p>
            <a:r>
              <a:rPr lang="en-US" dirty="0"/>
              <a:t>Helps save time and improves productivity.</a:t>
            </a:r>
          </a:p>
          <a:p>
            <a:r>
              <a:rPr lang="en-US" dirty="0"/>
              <a:t> A step towards intelligent learning tools.</a:t>
            </a:r>
          </a:p>
        </p:txBody>
      </p:sp>
    </p:spTree>
    <p:extLst>
      <p:ext uri="{BB962C8B-B14F-4D97-AF65-F5344CB8AC3E}">
        <p14:creationId xmlns:p14="http://schemas.microsoft.com/office/powerpoint/2010/main" val="372108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Notes Generator from PDFs</vt:lpstr>
      <vt:lpstr>Introduction</vt:lpstr>
      <vt:lpstr>Features</vt:lpstr>
      <vt:lpstr>Workflow / Architecture</vt:lpstr>
      <vt:lpstr>Applications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Notes Generator from PDFs</dc:title>
  <dc:creator>TOOBA Khan</dc:creator>
  <cp:lastModifiedBy>TOOBA Khan</cp:lastModifiedBy>
  <cp:revision>3</cp:revision>
  <dcterms:created xsi:type="dcterms:W3CDTF">2025-11-23T11:09:58Z</dcterms:created>
  <dcterms:modified xsi:type="dcterms:W3CDTF">2025-11-23T12:04:45Z</dcterms:modified>
</cp:coreProperties>
</file>